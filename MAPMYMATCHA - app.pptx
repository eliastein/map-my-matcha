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f492867544_0_45: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07e2106fc_0_1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07e2106fc_0_3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107e2106fc_0_45: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07e2106f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07e2106f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07e2106f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107e2106f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F">
  <p:cSld name="TITLE_AND_BODY_2_1_1_1_1_1_1_1">
    <p:spTree>
      <p:nvGrpSpPr>
        <p:cNvPr id="50" name="Shape 50"/>
        <p:cNvGrpSpPr/>
        <p:nvPr/>
      </p:nvGrpSpPr>
      <p:grpSpPr>
        <a:xfrm>
          <a:off x="0" y="0"/>
          <a:ext cx="0" cy="0"/>
          <a:chOff x="0" y="0"/>
          <a:chExt cx="0" cy="0"/>
        </a:xfrm>
      </p:grpSpPr>
      <p:sp>
        <p:nvSpPr>
          <p:cNvPr id="51" name="Google Shape;51;p13"/>
          <p:cNvSpPr/>
          <p:nvPr/>
        </p:nvSpPr>
        <p:spPr>
          <a:xfrm>
            <a:off x="228600" y="228600"/>
            <a:ext cx="8686800" cy="4686300"/>
          </a:xfrm>
          <a:prstGeom prst="roundRect">
            <a:avLst>
              <a:gd fmla="val 6123"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ph idx="2" type="pic"/>
          </p:nvPr>
        </p:nvSpPr>
        <p:spPr>
          <a:xfrm>
            <a:off x="4626864" y="585216"/>
            <a:ext cx="3968400" cy="3968400"/>
          </a:xfrm>
          <a:prstGeom prst="rect">
            <a:avLst/>
          </a:prstGeom>
          <a:noFill/>
          <a:ln>
            <a:noFill/>
          </a:ln>
        </p:spPr>
      </p:sp>
      <p:sp>
        <p:nvSpPr>
          <p:cNvPr id="53" name="Google Shape;53;p13"/>
          <p:cNvSpPr txBox="1"/>
          <p:nvPr>
            <p:ph type="title"/>
          </p:nvPr>
        </p:nvSpPr>
        <p:spPr>
          <a:xfrm>
            <a:off x="557784" y="585216"/>
            <a:ext cx="3712500" cy="932700"/>
          </a:xfrm>
          <a:prstGeom prst="rect">
            <a:avLst/>
          </a:prstGeom>
        </p:spPr>
        <p:txBody>
          <a:bodyPr anchorCtr="0" anchor="t" bIns="0" lIns="0" spcFirstLastPara="1" rIns="0" wrap="square" tIns="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13"/>
          <p:cNvSpPr txBox="1"/>
          <p:nvPr>
            <p:ph idx="1" type="body"/>
          </p:nvPr>
        </p:nvSpPr>
        <p:spPr>
          <a:xfrm>
            <a:off x="508525" y="1883625"/>
            <a:ext cx="3761700" cy="2670000"/>
          </a:xfrm>
          <a:prstGeom prst="rect">
            <a:avLst/>
          </a:prstGeom>
        </p:spPr>
        <p:txBody>
          <a:bodyPr anchorCtr="0" anchor="t" bIns="0" lIns="0" spcFirstLastPara="1" rIns="0" wrap="square" tIns="0">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extLst>
    <p:ext uri="{DCECCB84-F9BA-43D5-87BE-67443E8EF086}">
      <p15:sldGuideLst>
        <p15:guide id="1" orient="horz" pos="1620">
          <p15:clr>
            <a:srgbClr val="E46962"/>
          </p15:clr>
        </p15:guide>
        <p15:guide id="2" pos="351">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H">
  <p:cSld name="TITLE_AND_BODY_2_1_1_1_1_1_1_1_1_1">
    <p:spTree>
      <p:nvGrpSpPr>
        <p:cNvPr id="55" name="Shape 55"/>
        <p:cNvGrpSpPr/>
        <p:nvPr/>
      </p:nvGrpSpPr>
      <p:grpSpPr>
        <a:xfrm>
          <a:off x="0" y="0"/>
          <a:ext cx="0" cy="0"/>
          <a:chOff x="0" y="0"/>
          <a:chExt cx="0" cy="0"/>
        </a:xfrm>
      </p:grpSpPr>
      <p:sp>
        <p:nvSpPr>
          <p:cNvPr id="56" name="Google Shape;56;p14"/>
          <p:cNvSpPr/>
          <p:nvPr>
            <p:ph idx="2" type="pic"/>
          </p:nvPr>
        </p:nvSpPr>
        <p:spPr>
          <a:xfrm>
            <a:off x="548640" y="1554480"/>
            <a:ext cx="2807100" cy="2807100"/>
          </a:xfrm>
          <a:prstGeom prst="roundRect">
            <a:avLst>
              <a:gd fmla="val 8343" name="adj"/>
            </a:avLst>
          </a:prstGeom>
          <a:noFill/>
          <a:ln>
            <a:noFill/>
          </a:ln>
        </p:spPr>
      </p:sp>
      <p:sp>
        <p:nvSpPr>
          <p:cNvPr id="57" name="Google Shape;57;p14"/>
          <p:cNvSpPr txBox="1"/>
          <p:nvPr>
            <p:ph type="title"/>
          </p:nvPr>
        </p:nvSpPr>
        <p:spPr>
          <a:xfrm>
            <a:off x="548675" y="603500"/>
            <a:ext cx="7923900" cy="667500"/>
          </a:xfrm>
          <a:prstGeom prst="rect">
            <a:avLst/>
          </a:prstGeom>
        </p:spPr>
        <p:txBody>
          <a:bodyPr anchorCtr="0" anchor="t" bIns="0" lIns="0" spcFirstLastPara="1" rIns="0" wrap="square" tIns="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3895344" y="1408176"/>
            <a:ext cx="4782300" cy="3090600"/>
          </a:xfrm>
          <a:prstGeom prst="rect">
            <a:avLst/>
          </a:prstGeom>
        </p:spPr>
        <p:txBody>
          <a:bodyPr anchorCtr="0" anchor="ctr" bIns="0" lIns="0" spcFirstLastPara="1" rIns="0" wrap="square" tIns="0">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cxnSp>
        <p:nvCxnSpPr>
          <p:cNvPr id="59" name="Google Shape;59;p14"/>
          <p:cNvCxnSpPr/>
          <p:nvPr/>
        </p:nvCxnSpPr>
        <p:spPr>
          <a:xfrm>
            <a:off x="544200" y="451125"/>
            <a:ext cx="1059900" cy="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1.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jpg"/><Relationship Id="rId5"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232625"/>
            <a:ext cx="8520600" cy="1362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Courier New"/>
                <a:ea typeface="Courier New"/>
                <a:cs typeface="Courier New"/>
                <a:sym typeface="Courier New"/>
              </a:rPr>
              <a:t>    </a:t>
            </a:r>
            <a:r>
              <a:rPr b="1" lang="en">
                <a:latin typeface="Courier New"/>
                <a:ea typeface="Courier New"/>
                <a:cs typeface="Courier New"/>
                <a:sym typeface="Courier New"/>
              </a:rPr>
              <a:t> </a:t>
            </a:r>
            <a:r>
              <a:rPr b="1" lang="en">
                <a:latin typeface="Courier New"/>
                <a:ea typeface="Courier New"/>
                <a:cs typeface="Courier New"/>
                <a:sym typeface="Courier New"/>
              </a:rPr>
              <a:t>MapMyMatcha</a:t>
            </a:r>
            <a:endParaRPr b="1">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CECD5"/>
            </a:gs>
            <a:gs pos="100000">
              <a:srgbClr val="92BC81"/>
            </a:gs>
          </a:gsLst>
          <a:lin ang="5400012" scaled="0"/>
        </a:gradFill>
      </p:bgPr>
    </p:bg>
    <p:spTree>
      <p:nvGrpSpPr>
        <p:cNvPr id="67" name="Shape 67"/>
        <p:cNvGrpSpPr/>
        <p:nvPr/>
      </p:nvGrpSpPr>
      <p:grpSpPr>
        <a:xfrm>
          <a:off x="0" y="0"/>
          <a:ext cx="0" cy="0"/>
          <a:chOff x="0" y="0"/>
          <a:chExt cx="0" cy="0"/>
        </a:xfrm>
      </p:grpSpPr>
      <p:pic>
        <p:nvPicPr>
          <p:cNvPr id="68" name="Google Shape;68;p16"/>
          <p:cNvPicPr preferRelativeResize="0"/>
          <p:nvPr/>
        </p:nvPicPr>
        <p:blipFill>
          <a:blip r:embed="rId3">
            <a:alphaModFix/>
          </a:blip>
          <a:stretch>
            <a:fillRect/>
          </a:stretch>
        </p:blipFill>
        <p:spPr>
          <a:xfrm>
            <a:off x="444575" y="1690150"/>
            <a:ext cx="2820175" cy="2820175"/>
          </a:xfrm>
          <a:prstGeom prst="rect">
            <a:avLst/>
          </a:prstGeom>
          <a:noFill/>
          <a:ln>
            <a:noFill/>
          </a:ln>
          <a:effectLst>
            <a:outerShdw blurRad="57150" rotWithShape="0" algn="bl" dir="1920000" dist="19050">
              <a:srgbClr val="000000">
                <a:alpha val="10000"/>
              </a:srgbClr>
            </a:outerShdw>
          </a:effectLst>
        </p:spPr>
      </p:pic>
      <p:pic>
        <p:nvPicPr>
          <p:cNvPr id="69" name="Google Shape;69;p16"/>
          <p:cNvPicPr preferRelativeResize="0"/>
          <p:nvPr/>
        </p:nvPicPr>
        <p:blipFill>
          <a:blip r:embed="rId4">
            <a:alphaModFix/>
          </a:blip>
          <a:stretch>
            <a:fillRect/>
          </a:stretch>
        </p:blipFill>
        <p:spPr>
          <a:xfrm>
            <a:off x="3161912" y="1690150"/>
            <a:ext cx="2820173" cy="2820173"/>
          </a:xfrm>
          <a:prstGeom prst="rect">
            <a:avLst/>
          </a:prstGeom>
          <a:noFill/>
          <a:ln>
            <a:noFill/>
          </a:ln>
        </p:spPr>
      </p:pic>
      <p:pic>
        <p:nvPicPr>
          <p:cNvPr id="70" name="Google Shape;70;p16"/>
          <p:cNvPicPr preferRelativeResize="0"/>
          <p:nvPr/>
        </p:nvPicPr>
        <p:blipFill>
          <a:blip r:embed="rId5">
            <a:alphaModFix/>
          </a:blip>
          <a:stretch>
            <a:fillRect/>
          </a:stretch>
        </p:blipFill>
        <p:spPr>
          <a:xfrm>
            <a:off x="5982075" y="1690150"/>
            <a:ext cx="2722476" cy="2771325"/>
          </a:xfrm>
          <a:prstGeom prst="rect">
            <a:avLst/>
          </a:prstGeom>
          <a:noFill/>
          <a:ln>
            <a:noFill/>
          </a:ln>
        </p:spPr>
      </p:pic>
      <p:sp>
        <p:nvSpPr>
          <p:cNvPr id="71" name="Google Shape;71;p16"/>
          <p:cNvSpPr txBox="1"/>
          <p:nvPr/>
        </p:nvSpPr>
        <p:spPr>
          <a:xfrm>
            <a:off x="391025" y="435400"/>
            <a:ext cx="83619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latin typeface="Courier New"/>
                <a:ea typeface="Courier New"/>
                <a:cs typeface="Courier New"/>
                <a:sym typeface="Courier New"/>
              </a:rPr>
              <a:t>The page opens with a vibrant, steaming cup of fresh matcha at the center, drawing viewers in with its warmth. As steam gently rises, it transforms into the brand logo, elegantly floating above the cup. Below the mug, two buttons appear, offering options to "Sign Up" or "Log In."</a:t>
            </a:r>
            <a:endParaRPr>
              <a:latin typeface="Courier New"/>
              <a:ea typeface="Courier New"/>
              <a:cs typeface="Courier New"/>
              <a:sym typeface="Courier New"/>
            </a:endParaRPr>
          </a:p>
        </p:txBody>
      </p:sp>
      <p:sp>
        <p:nvSpPr>
          <p:cNvPr id="72" name="Google Shape;72;p16"/>
          <p:cNvSpPr txBox="1"/>
          <p:nvPr/>
        </p:nvSpPr>
        <p:spPr>
          <a:xfrm>
            <a:off x="152400" y="152400"/>
            <a:ext cx="8123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highlight>
                <a:schemeClr val="lt2"/>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CECD5"/>
            </a:gs>
            <a:gs pos="100000">
              <a:srgbClr val="92BC81"/>
            </a:gs>
          </a:gsLst>
          <a:lin ang="5400012" scaled="0"/>
        </a:gradFill>
      </p:bgPr>
    </p:bg>
    <p:spTree>
      <p:nvGrpSpPr>
        <p:cNvPr id="75" name="Shape 75"/>
        <p:cNvGrpSpPr/>
        <p:nvPr/>
      </p:nvGrpSpPr>
      <p:grpSpPr>
        <a:xfrm>
          <a:off x="0" y="0"/>
          <a:ext cx="0" cy="0"/>
          <a:chOff x="0" y="0"/>
          <a:chExt cx="0" cy="0"/>
        </a:xfrm>
      </p:grpSpPr>
      <p:sp>
        <p:nvSpPr>
          <p:cNvPr id="76" name="Google Shape;76;p17"/>
          <p:cNvSpPr txBox="1"/>
          <p:nvPr/>
        </p:nvSpPr>
        <p:spPr>
          <a:xfrm>
            <a:off x="391025" y="435400"/>
            <a:ext cx="836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7" name="Google Shape;77;p17"/>
          <p:cNvSpPr txBox="1"/>
          <p:nvPr/>
        </p:nvSpPr>
        <p:spPr>
          <a:xfrm>
            <a:off x="664675" y="435400"/>
            <a:ext cx="7465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ourier New"/>
                <a:ea typeface="Courier New"/>
                <a:cs typeface="Courier New"/>
                <a:sym typeface="Courier New"/>
              </a:rPr>
              <a:t>First-time users are guided to a brief survey that gathers their top preferences for finding the perfect matcha experience at a café. The survey theme is simple and elegant, supported by the matcha green color. The screen is populated with the various tags, to which users can select their preferences with ease and simplicity.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TAGS: organic, ceremonial, from Japan, known farm/source, use whisk, whisked in front of you, non-dairy milk, seed oil-free milk, short lines, color, </a:t>
            </a:r>
            <a:r>
              <a:rPr lang="en" sz="1200">
                <a:solidFill>
                  <a:schemeClr val="dk1"/>
                </a:solidFill>
                <a:latin typeface="Courier New"/>
                <a:ea typeface="Courier New"/>
                <a:cs typeface="Courier New"/>
                <a:sym typeface="Courier New"/>
              </a:rPr>
              <a:t>unsweetened</a:t>
            </a:r>
            <a:r>
              <a:rPr lang="en" sz="1200">
                <a:solidFill>
                  <a:schemeClr val="dk1"/>
                </a:solidFill>
                <a:latin typeface="Courier New"/>
                <a:ea typeface="Courier New"/>
                <a:cs typeface="Courier New"/>
                <a:sym typeface="Courier New"/>
              </a:rPr>
              <a:t>, creative lattes, wifi, homemade syrups, work space, organic milk, use specific brand, price point, etc.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p:txBody>
      </p:sp>
      <p:pic>
        <p:nvPicPr>
          <p:cNvPr id="78" name="Google Shape;78;p17"/>
          <p:cNvPicPr preferRelativeResize="0"/>
          <p:nvPr/>
        </p:nvPicPr>
        <p:blipFill>
          <a:blip r:embed="rId3">
            <a:alphaModFix/>
          </a:blip>
          <a:stretch>
            <a:fillRect/>
          </a:stretch>
        </p:blipFill>
        <p:spPr>
          <a:xfrm>
            <a:off x="1023800" y="2616250"/>
            <a:ext cx="2125251" cy="2125251"/>
          </a:xfrm>
          <a:prstGeom prst="rect">
            <a:avLst/>
          </a:prstGeom>
          <a:noFill/>
          <a:ln>
            <a:noFill/>
          </a:ln>
        </p:spPr>
      </p:pic>
      <p:pic>
        <p:nvPicPr>
          <p:cNvPr id="79" name="Google Shape;79;p17"/>
          <p:cNvPicPr preferRelativeResize="0"/>
          <p:nvPr/>
        </p:nvPicPr>
        <p:blipFill>
          <a:blip r:embed="rId4">
            <a:alphaModFix/>
          </a:blip>
          <a:stretch>
            <a:fillRect/>
          </a:stretch>
        </p:blipFill>
        <p:spPr>
          <a:xfrm>
            <a:off x="6006825" y="2571750"/>
            <a:ext cx="2231401" cy="2231401"/>
          </a:xfrm>
          <a:prstGeom prst="rect">
            <a:avLst/>
          </a:prstGeom>
          <a:noFill/>
          <a:ln>
            <a:noFill/>
          </a:ln>
        </p:spPr>
      </p:pic>
      <p:pic>
        <p:nvPicPr>
          <p:cNvPr id="80" name="Google Shape;80;p17"/>
          <p:cNvPicPr preferRelativeResize="0"/>
          <p:nvPr/>
        </p:nvPicPr>
        <p:blipFill>
          <a:blip r:embed="rId5">
            <a:alphaModFix/>
          </a:blip>
          <a:stretch>
            <a:fillRect/>
          </a:stretch>
        </p:blipFill>
        <p:spPr>
          <a:xfrm>
            <a:off x="3530050" y="2586750"/>
            <a:ext cx="2045911" cy="221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CECD5"/>
            </a:gs>
            <a:gs pos="100000">
              <a:srgbClr val="92BC81"/>
            </a:gs>
          </a:gsLst>
          <a:lin ang="5400012" scaled="0"/>
        </a:gradFill>
      </p:bgPr>
    </p:bg>
    <p:spTree>
      <p:nvGrpSpPr>
        <p:cNvPr id="83" name="Shape 83"/>
        <p:cNvGrpSpPr/>
        <p:nvPr/>
      </p:nvGrpSpPr>
      <p:grpSpPr>
        <a:xfrm>
          <a:off x="0" y="0"/>
          <a:ext cx="0" cy="0"/>
          <a:chOff x="0" y="0"/>
          <a:chExt cx="0" cy="0"/>
        </a:xfrm>
      </p:grpSpPr>
      <p:sp>
        <p:nvSpPr>
          <p:cNvPr id="84" name="Google Shape;84;p18"/>
          <p:cNvSpPr txBox="1"/>
          <p:nvPr/>
        </p:nvSpPr>
        <p:spPr>
          <a:xfrm>
            <a:off x="391025" y="435400"/>
            <a:ext cx="836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5" name="Google Shape;85;p18"/>
          <p:cNvSpPr txBox="1"/>
          <p:nvPr/>
        </p:nvSpPr>
        <p:spPr>
          <a:xfrm>
            <a:off x="664675" y="435400"/>
            <a:ext cx="7465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Welcome to the ultimate matcha journey, where you'll be immersed in an unparalleled matcha experience. Discover the top-rated matcha cafés across the country, right at your fingertips, anytime and anywhere. Filter by rating, ceremonial, organic. </a:t>
            </a:r>
            <a:endParaRPr>
              <a:latin typeface="Courier New"/>
              <a:ea typeface="Courier New"/>
              <a:cs typeface="Courier New"/>
              <a:sym typeface="Courier New"/>
            </a:endParaRPr>
          </a:p>
        </p:txBody>
      </p:sp>
      <p:pic>
        <p:nvPicPr>
          <p:cNvPr id="86" name="Google Shape;86;p18"/>
          <p:cNvPicPr preferRelativeResize="0"/>
          <p:nvPr/>
        </p:nvPicPr>
        <p:blipFill>
          <a:blip r:embed="rId3">
            <a:alphaModFix/>
          </a:blip>
          <a:stretch>
            <a:fillRect/>
          </a:stretch>
        </p:blipFill>
        <p:spPr>
          <a:xfrm>
            <a:off x="232250" y="1527800"/>
            <a:ext cx="2475026" cy="3220700"/>
          </a:xfrm>
          <a:prstGeom prst="rect">
            <a:avLst/>
          </a:prstGeom>
          <a:noFill/>
          <a:ln>
            <a:noFill/>
          </a:ln>
        </p:spPr>
      </p:pic>
      <p:pic>
        <p:nvPicPr>
          <p:cNvPr id="87" name="Google Shape;87;p18"/>
          <p:cNvPicPr preferRelativeResize="0"/>
          <p:nvPr/>
        </p:nvPicPr>
        <p:blipFill>
          <a:blip r:embed="rId4">
            <a:alphaModFix/>
          </a:blip>
          <a:stretch>
            <a:fillRect/>
          </a:stretch>
        </p:blipFill>
        <p:spPr>
          <a:xfrm>
            <a:off x="2843363" y="1527799"/>
            <a:ext cx="3198852" cy="3220698"/>
          </a:xfrm>
          <a:prstGeom prst="rect">
            <a:avLst/>
          </a:prstGeom>
          <a:noFill/>
          <a:ln>
            <a:noFill/>
          </a:ln>
        </p:spPr>
      </p:pic>
      <p:pic>
        <p:nvPicPr>
          <p:cNvPr id="88" name="Google Shape;88;p18"/>
          <p:cNvPicPr preferRelativeResize="0"/>
          <p:nvPr/>
        </p:nvPicPr>
        <p:blipFill>
          <a:blip r:embed="rId5">
            <a:alphaModFix/>
          </a:blip>
          <a:stretch>
            <a:fillRect/>
          </a:stretch>
        </p:blipFill>
        <p:spPr>
          <a:xfrm>
            <a:off x="6178325" y="1527800"/>
            <a:ext cx="2697600" cy="3220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CECD5"/>
            </a:gs>
            <a:gs pos="100000">
              <a:srgbClr val="92BC81"/>
            </a:gs>
          </a:gsLst>
          <a:lin ang="5400012" scaled="0"/>
        </a:gradFill>
      </p:bgPr>
    </p:bg>
    <p:spTree>
      <p:nvGrpSpPr>
        <p:cNvPr id="91" name="Shape 91"/>
        <p:cNvGrpSpPr/>
        <p:nvPr/>
      </p:nvGrpSpPr>
      <p:grpSpPr>
        <a:xfrm>
          <a:off x="0" y="0"/>
          <a:ext cx="0" cy="0"/>
          <a:chOff x="0" y="0"/>
          <a:chExt cx="0" cy="0"/>
        </a:xfrm>
      </p:grpSpPr>
      <p:sp>
        <p:nvSpPr>
          <p:cNvPr id="92" name="Google Shape;92;p19"/>
          <p:cNvSpPr txBox="1"/>
          <p:nvPr/>
        </p:nvSpPr>
        <p:spPr>
          <a:xfrm>
            <a:off x="391025" y="435400"/>
            <a:ext cx="836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3" name="Google Shape;93;p19"/>
          <p:cNvSpPr txBox="1"/>
          <p:nvPr/>
        </p:nvSpPr>
        <p:spPr>
          <a:xfrm>
            <a:off x="664675" y="435400"/>
            <a:ext cx="7465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Courier New"/>
                <a:ea typeface="Courier New"/>
                <a:cs typeface="Courier New"/>
                <a:sym typeface="Courier New"/>
              </a:rPr>
              <a:t>Step into a café's profile and unlock a treasure trove of insights to find your perfect matcha destination. Discover detailed ratings, essential café information, vibrant community discussions, and authentic photos from fellow matcha lovers. After experiencing it yourself, join the conversation and share your own perspective. </a:t>
            </a:r>
            <a:endParaRPr sz="1200">
              <a:latin typeface="Courier New"/>
              <a:ea typeface="Courier New"/>
              <a:cs typeface="Courier New"/>
              <a:sym typeface="Courier New"/>
            </a:endParaRPr>
          </a:p>
        </p:txBody>
      </p:sp>
      <p:pic>
        <p:nvPicPr>
          <p:cNvPr id="94" name="Google Shape;94;p19"/>
          <p:cNvPicPr preferRelativeResize="0"/>
          <p:nvPr/>
        </p:nvPicPr>
        <p:blipFill>
          <a:blip r:embed="rId3">
            <a:alphaModFix/>
          </a:blip>
          <a:stretch>
            <a:fillRect/>
          </a:stretch>
        </p:blipFill>
        <p:spPr>
          <a:xfrm>
            <a:off x="391025" y="1696600"/>
            <a:ext cx="2189864" cy="2919849"/>
          </a:xfrm>
          <a:prstGeom prst="rect">
            <a:avLst/>
          </a:prstGeom>
          <a:noFill/>
          <a:ln>
            <a:noFill/>
          </a:ln>
        </p:spPr>
      </p:pic>
      <p:pic>
        <p:nvPicPr>
          <p:cNvPr id="95" name="Google Shape;95;p19"/>
          <p:cNvPicPr preferRelativeResize="0"/>
          <p:nvPr/>
        </p:nvPicPr>
        <p:blipFill>
          <a:blip r:embed="rId4">
            <a:alphaModFix/>
          </a:blip>
          <a:stretch>
            <a:fillRect/>
          </a:stretch>
        </p:blipFill>
        <p:spPr>
          <a:xfrm>
            <a:off x="2836500" y="1696600"/>
            <a:ext cx="2919849" cy="2919849"/>
          </a:xfrm>
          <a:prstGeom prst="rect">
            <a:avLst/>
          </a:prstGeom>
          <a:noFill/>
          <a:ln>
            <a:noFill/>
          </a:ln>
        </p:spPr>
      </p:pic>
      <p:pic>
        <p:nvPicPr>
          <p:cNvPr id="96" name="Google Shape;96;p19"/>
          <p:cNvPicPr preferRelativeResize="0"/>
          <p:nvPr/>
        </p:nvPicPr>
        <p:blipFill>
          <a:blip r:embed="rId5">
            <a:alphaModFix/>
          </a:blip>
          <a:stretch>
            <a:fillRect/>
          </a:stretch>
        </p:blipFill>
        <p:spPr>
          <a:xfrm>
            <a:off x="6011925" y="1696600"/>
            <a:ext cx="2807301" cy="2919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p:nvPr>
            <p:ph idx="2" type="pic"/>
          </p:nvPr>
        </p:nvSpPr>
        <p:spPr>
          <a:xfrm>
            <a:off x="4626864" y="585216"/>
            <a:ext cx="3968400" cy="3968400"/>
          </a:xfrm>
          <a:prstGeom prst="rect">
            <a:avLst/>
          </a:prstGeom>
        </p:spPr>
      </p:sp>
      <p:sp>
        <p:nvSpPr>
          <p:cNvPr id="106" name="Google Shape;106;p21"/>
          <p:cNvSpPr txBox="1"/>
          <p:nvPr>
            <p:ph type="title"/>
          </p:nvPr>
        </p:nvSpPr>
        <p:spPr>
          <a:xfrm>
            <a:off x="557784" y="585216"/>
            <a:ext cx="3712500" cy="93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07" name="Google Shape;107;p21"/>
          <p:cNvSpPr txBox="1"/>
          <p:nvPr>
            <p:ph idx="1" type="body"/>
          </p:nvPr>
        </p:nvSpPr>
        <p:spPr>
          <a:xfrm>
            <a:off x="508525" y="1883625"/>
            <a:ext cx="3761700" cy="26700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F3F3F3"/>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